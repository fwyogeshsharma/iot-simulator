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N391r5h3AMg00BrPIRjeHYleP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3c191427_0_9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3c191427_0_9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ad07055bb0_0_161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ad07055bb0_0_161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ad07055bb0_0_161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g3ad07055bb0_0_161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g3ad07055bb0_0_16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d07055bb0_0_162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" name="Google Shape;18;g3ad07055bb0_0_16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d07055bb0_0_162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ad07055bb0_0_162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ad07055bb0_0_16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g3ad07055bb0_0_16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ad07055bb0_0_16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d07055bb0_0_163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ad07055bb0_0_163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ad07055bb0_0_16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" name="Google Shape;29;g3ad07055bb0_0_163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ad07055bb0_0_163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ad07055bb0_0_16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7055bb0_0_163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ad07055bb0_0_163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ad07055bb0_0_16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g3ad07055bb0_0_16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d07055bb0_0_164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ad07055bb0_0_1642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ad07055bb0_0_164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g3ad07055bb0_0_164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g3ad07055bb0_0_16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d07055bb0_0_164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g3ad07055bb0_0_16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d07055bb0_0_165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ad07055bb0_0_165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ad07055bb0_0_16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g3ad07055bb0_0_165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g3ad07055bb0_0_165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ad07055bb0_0_16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d07055bb0_0_1658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ad07055bb0_0_1658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ad07055bb0_0_1658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7" name="Google Shape;57;g3ad07055bb0_0_16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d07055bb0_0_166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g3ad07055bb0_0_166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g3ad07055bb0_0_16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07055bb0_0_166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d07055bb0_0_16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ad07055bb0_0_16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ad07055bb0_0_16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ad07055bb0_0_16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462525" y="79443"/>
            <a:ext cx="1609725" cy="6381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SymBIoT System Architecture</a:t>
            </a:r>
            <a:endParaRPr/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824000" y="3250425"/>
            <a:ext cx="7197900" cy="12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the IoT Simulator Integrates with the SymbIOT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Elderly Care Monitoring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3c191427_0_9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Detailed Data Flow Architecture</a:t>
            </a:r>
            <a:endParaRPr/>
          </a:p>
        </p:txBody>
      </p:sp>
      <p:sp>
        <p:nvSpPr>
          <p:cNvPr id="76" name="Google Shape;76;g39a3c191427_0_94"/>
          <p:cNvSpPr/>
          <p:nvPr/>
        </p:nvSpPr>
        <p:spPr>
          <a:xfrm>
            <a:off x="264200" y="1066966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SIMULATOR LAYER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9a3c191427_0_94"/>
          <p:cNvSpPr/>
          <p:nvPr/>
        </p:nvSpPr>
        <p:spPr>
          <a:xfrm>
            <a:off x="264200" y="2255686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9a3c191427_0_94"/>
          <p:cNvSpPr/>
          <p:nvPr/>
        </p:nvSpPr>
        <p:spPr>
          <a:xfrm>
            <a:off x="294695" y="3444406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9a3c191427_0_94"/>
          <p:cNvSpPr/>
          <p:nvPr/>
        </p:nvSpPr>
        <p:spPr>
          <a:xfrm>
            <a:off x="264200" y="4267366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000"/>
              <a:buFont typeface="Calibri"/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CONSUMER LAYER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9a3c191427_0_94"/>
          <p:cNvSpPr/>
          <p:nvPr/>
        </p:nvSpPr>
        <p:spPr>
          <a:xfrm>
            <a:off x="2367320" y="1021246"/>
            <a:ext cx="2286000" cy="73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Simulator UI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(Angular)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9a3c191427_0_94"/>
          <p:cNvSpPr/>
          <p:nvPr/>
        </p:nvSpPr>
        <p:spPr>
          <a:xfrm>
            <a:off x="5110520" y="1021246"/>
            <a:ext cx="2286000" cy="73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Simulator Backend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(Java/Spring Boot)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9a3c191427_0_94"/>
          <p:cNvSpPr/>
          <p:nvPr/>
        </p:nvSpPr>
        <p:spPr>
          <a:xfrm>
            <a:off x="4653320" y="1249846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highlight>
                <a:schemeClr val="dk1"/>
              </a:highlight>
            </a:endParaRPr>
          </a:p>
        </p:txBody>
      </p:sp>
      <p:sp>
        <p:nvSpPr>
          <p:cNvPr id="83" name="Google Shape;83;g39a3c191427_0_94"/>
          <p:cNvSpPr/>
          <p:nvPr/>
        </p:nvSpPr>
        <p:spPr>
          <a:xfrm>
            <a:off x="2367320" y="2164246"/>
            <a:ext cx="2286000" cy="73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Supabase REST API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(/rest/v1/*)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9a3c191427_0_94"/>
          <p:cNvSpPr/>
          <p:nvPr/>
        </p:nvSpPr>
        <p:spPr>
          <a:xfrm>
            <a:off x="5110520" y="2164246"/>
            <a:ext cx="2286000" cy="73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device-ingest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(Edge Function)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9a3c191427_0_94"/>
          <p:cNvSpPr/>
          <p:nvPr/>
        </p:nvSpPr>
        <p:spPr>
          <a:xfrm>
            <a:off x="3373160" y="1752766"/>
            <a:ext cx="228600" cy="41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86" name="Google Shape;86;g39a3c191427_0_94"/>
          <p:cNvSpPr/>
          <p:nvPr/>
        </p:nvSpPr>
        <p:spPr>
          <a:xfrm>
            <a:off x="6116360" y="1752766"/>
            <a:ext cx="228600" cy="41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87" name="Google Shape;87;g39a3c191427_0_94"/>
          <p:cNvSpPr/>
          <p:nvPr/>
        </p:nvSpPr>
        <p:spPr>
          <a:xfrm>
            <a:off x="1737541" y="3261526"/>
            <a:ext cx="1828800" cy="64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profiles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a3c191427_0_94"/>
          <p:cNvSpPr/>
          <p:nvPr/>
        </p:nvSpPr>
        <p:spPr>
          <a:xfrm>
            <a:off x="4023541" y="3261526"/>
            <a:ext cx="1828800" cy="64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device_types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data_configs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9a3c191427_0_94"/>
          <p:cNvSpPr/>
          <p:nvPr/>
        </p:nvSpPr>
        <p:spPr>
          <a:xfrm>
            <a:off x="6309541" y="3261526"/>
            <a:ext cx="1828800" cy="64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device_data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alerts</a:t>
            </a:r>
            <a:endParaRPr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3c191427_0_94"/>
          <p:cNvSpPr/>
          <p:nvPr/>
        </p:nvSpPr>
        <p:spPr>
          <a:xfrm>
            <a:off x="2885239" y="2895766"/>
            <a:ext cx="228600" cy="36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91" name="Google Shape;91;g39a3c191427_0_94"/>
          <p:cNvSpPr/>
          <p:nvPr/>
        </p:nvSpPr>
        <p:spPr>
          <a:xfrm>
            <a:off x="6695766" y="2895766"/>
            <a:ext cx="228600" cy="36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92" name="Google Shape;92;g39a3c191427_0_94"/>
          <p:cNvSpPr/>
          <p:nvPr/>
        </p:nvSpPr>
        <p:spPr>
          <a:xfrm>
            <a:off x="3281720" y="4175926"/>
            <a:ext cx="2743200" cy="73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SymbIOT Dashboard (React)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Caretaker views real-time data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a3c191427_0_94"/>
          <p:cNvSpPr/>
          <p:nvPr/>
        </p:nvSpPr>
        <p:spPr>
          <a:xfrm>
            <a:off x="4592375" y="3901606"/>
            <a:ext cx="2286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94" name="Google Shape;94;g39a3c191427_0_94"/>
          <p:cNvSpPr/>
          <p:nvPr/>
        </p:nvSpPr>
        <p:spPr>
          <a:xfrm>
            <a:off x="2265676" y="1683333"/>
            <a:ext cx="11700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8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GET profiles,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8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devices, configs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9a3c191427_0_94"/>
          <p:cNvSpPr/>
          <p:nvPr/>
        </p:nvSpPr>
        <p:spPr>
          <a:xfrm>
            <a:off x="6344945" y="1770486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8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POST simulated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8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sensor data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274320" y="1087205"/>
            <a:ext cx="3840600" cy="3474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74320" y="117864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SymbIOT Platform</a:t>
            </a:r>
            <a:endParaRPr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274320" y="149868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(Main Application)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7200" y="1910165"/>
            <a:ext cx="3474600" cy="54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Frontend (symbiot-care-peace)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57200" y="2641685"/>
            <a:ext cx="3474600" cy="54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Supabase Edge Functions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57200" y="3373205"/>
            <a:ext cx="3474600" cy="54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Supabase PostgreSQL 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57200" y="4013285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Caretaker monitors elderly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via dashboard &amp; notifications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029200" y="1087205"/>
            <a:ext cx="3840600" cy="3474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2"/>
          <p:cNvSpPr/>
          <p:nvPr/>
        </p:nvSpPr>
        <p:spPr>
          <a:xfrm>
            <a:off x="5029200" y="117864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IoT Simulator</a:t>
            </a:r>
            <a:endParaRPr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029200" y="149868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(Testing &amp; Demo Tool)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212080" y="1910165"/>
            <a:ext cx="3474600" cy="54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Angular Frontend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212080" y="2641685"/>
            <a:ext cx="3474600" cy="54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Java/Spring Boot Backend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212080" y="3373205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Generates fake sensor data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testing &amp; demonstrations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023360" y="2275925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Sends simulated</a:t>
            </a:r>
            <a:endParaRPr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device data</a:t>
            </a:r>
            <a:endParaRPr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 rot="10800000">
            <a:off x="4114800" y="2824685"/>
            <a:ext cx="9144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High-Level System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274320" y="822960"/>
            <a:ext cx="4023360" cy="20116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3" name="Google Shape;123;p4"/>
          <p:cNvSpPr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9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Angular Frontend</a:t>
            </a:r>
            <a:endParaRPr sz="19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Profile Selection (Dropdown)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15270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Device Multi-Select (Checkboxes)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1819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Data Type Configuration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21122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Simulation Controls (Start/Stop)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24048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Real-time Statistics Dashboard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846320" y="822960"/>
            <a:ext cx="4023360" cy="20116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0" name="Google Shape;130;p4"/>
          <p:cNvSpPr/>
          <p:nvPr/>
        </p:nvSpPr>
        <p:spPr>
          <a:xfrm>
            <a:off x="484632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b="1" lang="en-US" sz="19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Java/Spring Boot Backend</a:t>
            </a:r>
            <a:endParaRPr sz="19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SimulatorController (REST APIs)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29200" y="15270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SimulatorService (Device/Config Mgmt)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29200" y="1819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SimulationManager (Thread Pool)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0" y="21122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Data Generators (Per Device Type)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029200" y="24048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• Supabase Client (HTTP Requests)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297680" y="1737360"/>
            <a:ext cx="54864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7" name="Google Shape;137;p4"/>
          <p:cNvSpPr/>
          <p:nvPr/>
        </p:nvSpPr>
        <p:spPr>
          <a:xfrm>
            <a:off x="4206251" y="1481299"/>
            <a:ext cx="640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API Endpoints: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33832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14400" y="33832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/api/devices/{elderlyPersonId}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206240" y="33832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all devices for an elderly person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65760" y="367588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14400" y="367588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/api/data-types/{deviceId}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206240" y="36758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data type configs for a device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65760" y="3968496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14400" y="396849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/api/simulation/start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06240" y="396849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simulation with selected devices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65760" y="426110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14400" y="426110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/api/simulation/stop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206240" y="426110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running simulation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65760" y="455371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14400" y="4553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/api/simulation/status/{id}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206240" y="45537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simulation status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65760" y="48463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14400" y="4846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ourier New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/api/simulation/statistics/{id}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0624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real-time statistics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Simulator Internal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274320" y="82296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74320" y="89611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22960" y="77724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14400" y="86868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selects elderly person, devices, and data types in Angular UI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74320" y="14630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153619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22960" y="141732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14400" y="150876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calls POST /api/simulation/start with device IDs and configurations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74320" y="21031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74320" y="217627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22960" y="205740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914400" y="214884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SimulationManager creates thread pool and schedules data generation per device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74320" y="27432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74320" y="281635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22960" y="269748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14400" y="278892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generators create realistic values based on device_type_data_configs ranges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74320" y="338328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74320" y="345643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22960" y="333756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14400" y="342900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POSTs to Supabase device-ingest edge function with sensor payload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74320" y="402336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74320" y="4096512"/>
            <a:ext cx="457200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22960" y="3977640"/>
            <a:ext cx="804672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14400" y="4069080"/>
            <a:ext cx="7863840" cy="3657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stored in device_data table → SymbIOT dashboard shows live updates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Generation 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365650" y="914525"/>
            <a:ext cx="25602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profiles 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User/Profile Data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118872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138988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email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65760" y="159105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full_name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1792224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phone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200400" y="914525"/>
            <a:ext cx="25602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elderly_persons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User/Profile Data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200400" y="118872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00400" y="138988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profile_id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200400" y="159105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health_status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035050" y="914650"/>
            <a:ext cx="25602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devices 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Configuration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035040" y="118872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035040" y="138988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elderly_person_id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035040" y="159105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device_type_id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035040" y="1792224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device_name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035040" y="1993392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status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5650" y="2377550"/>
            <a:ext cx="25602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device_types 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 Definitions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65760" y="265176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65760" y="285292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code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65760" y="305409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name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65760" y="3255264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category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760" y="3456432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data_frequency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200400" y="2329700"/>
            <a:ext cx="2560200" cy="36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device_type_data_configs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 Definitions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200400" y="265176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200400" y="285292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device_type_id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200400" y="305409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data_type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200400" y="3255264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unit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200400" y="3456432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min/max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035100" y="2377550"/>
            <a:ext cx="25602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device_data 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Simulated Data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035040" y="2651760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035040" y="2852928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device_id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035040" y="3054096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data_type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035040" y="3255264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value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35040" y="3456432"/>
            <a:ext cx="2560320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timestamp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2397589" y="1158225"/>
            <a:ext cx="3657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272889" y="1188720"/>
            <a:ext cx="3657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499240" y="2651760"/>
            <a:ext cx="365700" cy="27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Schema (Shared Supabase)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457200" y="77728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This is the key integration point where the Simulator sends data to SymbIOT</a:t>
            </a:r>
            <a:endParaRPr sz="1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 https://wiyfcvypeifbdaqnfgrr.supabase.co/functions/v1/device-ingest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5720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282B8"/>
                </a:solidFill>
                <a:latin typeface="Calibri"/>
                <a:ea typeface="Calibri"/>
                <a:cs typeface="Calibri"/>
                <a:sym typeface="Calibri"/>
              </a:rPr>
              <a:t>Request Payload: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2011680"/>
            <a:ext cx="3931920" cy="1828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"device_id": "KT001",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"data_type": "heart_rate",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"value": { "bpm": 72 },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"unit": "bpm"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282B8"/>
                </a:solidFill>
                <a:latin typeface="Calibri"/>
                <a:ea typeface="Calibri"/>
                <a:cs typeface="Calibri"/>
                <a:sym typeface="Calibri"/>
              </a:rPr>
              <a:t>Headers: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754880" y="2011680"/>
            <a:ext cx="3931920" cy="1828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ourier New"/>
              <a:buNone/>
            </a:pPr>
            <a:r>
              <a:rPr lang="en-US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Authorization: Bearer symbiot_ec287...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ourier New"/>
              <a:buNone/>
            </a:pPr>
            <a:r>
              <a:rPr lang="en-US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application/json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ourier New"/>
              <a:buNone/>
            </a:pPr>
            <a:r>
              <a:rPr lang="en-US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apikey: eyJhbGciOiJIUzI1...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57200" y="4023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Response: 201 Created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What happens when data is ingested:</a:t>
            </a:r>
            <a:endParaRPr sz="1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754880" y="434340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1. Edge function validates the payload</a:t>
            </a:r>
            <a:endParaRPr sz="11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2. Data stored in device_data table</a:t>
            </a:r>
            <a:endParaRPr sz="11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3. Triggers alerts if thresholds exceeded</a:t>
            </a:r>
            <a:endParaRPr sz="11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4. SymbIOT dashboard updates in real-time</a:t>
            </a:r>
            <a:endParaRPr sz="11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Device Ingest API (Integration Point)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274320" y="868725"/>
            <a:ext cx="4023300" cy="2926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74320" y="914445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Docker Compose (Simulator)</a:t>
            </a:r>
            <a:endParaRPr sz="1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7200" y="1325925"/>
            <a:ext cx="3657600" cy="731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iot-simulator-backend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(Java 11 + Spring Boot)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108960" y="132592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Port: 3000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57200" y="2194605"/>
            <a:ext cx="3657600" cy="731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iot-simulator-frontend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(Angular + Nginx)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108960" y="219460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BBE1FA"/>
                </a:solidFill>
                <a:latin typeface="Calibri"/>
                <a:ea typeface="Calibri"/>
                <a:cs typeface="Calibri"/>
                <a:sym typeface="Calibri"/>
              </a:rPr>
              <a:t>Port: 4200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57200" y="3063285"/>
            <a:ext cx="3657600" cy="457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Bridge Network: iot-network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46320" y="868725"/>
            <a:ext cx="4023300" cy="2926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846320" y="914445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Supabase Cloud</a:t>
            </a:r>
            <a:endParaRPr sz="1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029200" y="1325925"/>
            <a:ext cx="3657600" cy="502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PostgreSQL Database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0" y="1920285"/>
            <a:ext cx="3657600" cy="502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Edge Functions (device-ingest)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029200" y="2514645"/>
            <a:ext cx="3657600" cy="502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REST API (/rest/v1/*)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029200" y="3109005"/>
            <a:ext cx="3657600" cy="502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 &amp; 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297680" y="2103165"/>
            <a:ext cx="5487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4297680" y="187456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sz="9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274320" y="3830315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282B8"/>
                </a:solidFill>
                <a:latin typeface="Calibri"/>
                <a:ea typeface="Calibri"/>
                <a:cs typeface="Calibri"/>
                <a:sym typeface="Calibri"/>
              </a:rPr>
              <a:t>Quick Start: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4150355"/>
            <a:ext cx="8595300" cy="457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365760" y="4214363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100"/>
              <a:buFont typeface="Courier New"/>
              <a:buNone/>
            </a:pPr>
            <a:r>
              <a:rPr lang="en-U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./start-docker.sh                    # Start all services with health checks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Deployment 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365760" y="86868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65760" y="94183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5840" y="777240"/>
            <a:ext cx="7772400" cy="6400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97280" y="822960"/>
            <a:ext cx="27432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Development &amp; Testing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097280" y="1097280"/>
            <a:ext cx="758952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SymbIOT features without real IoT hardware. Generate consistent test data for automated testing.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65760" y="16459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365760" y="171907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005840" y="1554480"/>
            <a:ext cx="7772400" cy="6400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097280" y="1600200"/>
            <a:ext cx="27432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 &amp; Presentations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097280" y="1874520"/>
            <a:ext cx="758952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Showcase the platform to stakeholders with realistic simulated data across multiple device types.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365760" y="24963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005840" y="2331720"/>
            <a:ext cx="7772400" cy="6400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097280" y="2377440"/>
            <a:ext cx="27432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&amp; Onboarding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097280" y="2651760"/>
            <a:ext cx="758952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 new caregivers on the SymbIOT dashboard using simulated scenarios without risk.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65760" y="32004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365760" y="327355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005840" y="3108960"/>
            <a:ext cx="7772400" cy="6400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97280" y="3154680"/>
            <a:ext cx="27432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Alert Testing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097280" y="3429000"/>
            <a:ext cx="758952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specific alert conditions (falls, high heart rate, etc.) to verify notification systems.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65760" y="397764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365760" y="405079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005840" y="3886200"/>
            <a:ext cx="7772400" cy="64008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097280" y="3931920"/>
            <a:ext cx="27432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Testing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097280" y="4206240"/>
            <a:ext cx="758952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high volumes of data to test system scalability and database performance.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Simulator Use Cases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365760" y="822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822960" y="868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IoT Simulator is a separate application that integrates with SymbIOT via Supabase APIs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6576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Both systems share the same Supabase database for seamless data flow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6576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Simulator Backend fetches device configurations from Supabase REST API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65760" y="2331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Simulated sensor data is sent to the device-ingest Edge Function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65760" y="2834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SymbIOT dashboard displays simulated data in real-time, indistinguishable from real sensors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65760" y="3337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2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22960" y="33832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Docker deployment makes the simulator easy to run anywhere</a:t>
            </a:r>
            <a:endParaRPr b="1" sz="13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Simulator (Angular + Java)  →  Supabase (DB + Edge Functions)  →  SymbIOT Dashboard (React)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 Summary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2B8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SymbIOT System Architecture</a:t>
            </a:r>
            <a:endParaRPr sz="22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1FA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IoT Simulator Integration Guide</a:t>
            </a:r>
            <a:endParaRPr sz="16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2025-12-01T13:49:32Z</dcterms:created>
  <dc:creator>SymbIOT Team</dc:creator>
</cp:coreProperties>
</file>